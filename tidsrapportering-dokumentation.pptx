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6400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F2D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6400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9E44"/>
          </a:solidFill>
          <a:ln/>
        </p:spPr>
      </p:sp>
      <p:sp>
        <p:nvSpPr>
          <p:cNvPr id="4" name="Shape 2"/>
          <p:cNvSpPr/>
          <p:nvPr/>
        </p:nvSpPr>
        <p:spPr>
          <a:xfrm>
            <a:off x="10744200" y="10424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F2D3A"/>
          </a:solidFill>
          <a:ln/>
        </p:spPr>
      </p:sp>
      <p:sp>
        <p:nvSpPr>
          <p:cNvPr id="5" name="Shape 3"/>
          <p:cNvSpPr/>
          <p:nvPr/>
        </p:nvSpPr>
        <p:spPr>
          <a:xfrm>
            <a:off x="11201400" y="10424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F9E44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14447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F2D3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PROJEKTDOKUMENTATION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66928" y="324612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C4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Electron-skrivbordsapp för personlig tidloggning med fakturaexport och Fortnox-koppling.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66928" y="4709160"/>
            <a:ext cx="1513332" cy="457200"/>
          </a:xfrm>
          <a:prstGeom prst="roundRect">
            <a:avLst>
              <a:gd name="adj" fmla="val 50000"/>
            </a:avLst>
          </a:prstGeom>
          <a:solidFill>
            <a:srgbClr val="2F9E44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709160"/>
            <a:ext cx="15133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drift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08860" y="4709160"/>
            <a:ext cx="1534363" cy="457200"/>
          </a:xfrm>
          <a:prstGeom prst="roundRect">
            <a:avLst>
              <a:gd name="adj" fmla="val 50000"/>
            </a:avLst>
          </a:prstGeom>
          <a:solidFill>
            <a:srgbClr val="1F2D3A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8860" y="4709160"/>
            <a:ext cx="15343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ctr" indent="0" marL="0">
              <a:buNone/>
            </a:pPr>
            <a:r>
              <a:rPr lang="en-US" sz="1300" b="1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ja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Plats:  </a:t>
            </a:r>
            <a:pPr algn="l" indent="0" marL="0">
              <a:buNone/>
            </a:pPr>
            <a:r>
              <a:rPr lang="en-US" sz="1300" dirty="0">
                <a:solidFill>
                  <a:srgbClr val="AEB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C:\Claudeprojekt\tidsrapportering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63276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Genererad 2026-07-18 · underlag från projektets egna filer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F9E44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Översikt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C:\Claudeprojekt\tidsrapportering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2026-07-18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399032"/>
            <a:ext cx="118872" cy="214884"/>
          </a:xfrm>
          <a:prstGeom prst="roundRect">
            <a:avLst>
              <a:gd name="adj" fmla="val 23077"/>
            </a:avLst>
          </a:prstGeom>
          <a:solidFill>
            <a:srgbClr val="0C9E82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353312"/>
            <a:ext cx="10817352" cy="309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det är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66928" y="1763395"/>
            <a:ext cx="11055096" cy="831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Windows-skrivbordsapp (Electron) för personlig tidsrapportering: logga arbetstid per projekt med timer eller tidsintervall, se statistik och exportera fakturaunderlag. Har även en inbyggd Fortnox-koppling som kan skapa fakturor direkt från tidsposterna.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2750566"/>
            <a:ext cx="118872" cy="214884"/>
          </a:xfrm>
          <a:prstGeom prst="roundRect">
            <a:avLst>
              <a:gd name="adj" fmla="val 23077"/>
            </a:avLst>
          </a:prstGeom>
          <a:solidFill>
            <a:srgbClr val="0C9E8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704846"/>
            <a:ext cx="10817352" cy="309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66928" y="3114929"/>
            <a:ext cx="11055096" cy="1325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drift / fungerande.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Version 1.0.0 med byggd Windows-installer, 104/104 tester gröna, typecheck + lint OK, pushad till GitHub. Riktig data finns i databasen sedan 2026-01-07 (221 poster, 4 projekt migrerade: Synergy, Tenant merger, Vattenfall, Allmänt). Enda ofärdiga delen: Fortnox-integrationen är komplett byggd (2026-03-13) men ännu </a:t>
            </a:r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 testad med riktiga API-nycklar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det står överst i sessionsloggens "Next Session".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C9E82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C:\Claudeprojekt\tidsrapportering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2026-07-18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33959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" y="1335024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Snabbtimer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starta/stoppa timer för de mest använda projekten (8-timmarsvarning, auto-stopp efter 12 h)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907540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" y="1902968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Tidsintervall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logga exakta tider (t.ex. 08:00–12:00, 13:00–17:00); minuter summeras per projekt och dag och avrundas uppåt till närmaste kvart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475484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2470912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Dagens översikt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realtid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280517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" y="2800604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Projekthantering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namn, klient, färg, standardtimpris, Fortnox-kundnummer; inaktivera/ta bort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134868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" y="3130296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Översikt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totalsummor, stapeldiagram (veckans timmar), cirkeldiagram (projektfördelning), månadsnavigering med pilar, redigera/lägga till poster direkt i listan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3702812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" y="3698240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CSV (Excel), PDF-tidrapport, fakturaunderlag som separat PDF per projekt; periodval (7 dagar, denna/föregående månad, anpassad)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427075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" y="4266184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Fortnox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OAuth2-inloggning i appen, fakturaförhandsvisning med redigerbara beskrivningar, "Skicka till Fortnox" skapar fakturor via API (syns bara när ansluten)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4838700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3816" y="4834128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export/import av JSON-backuper (DataManager)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5168392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3816" y="5163820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Två flikar av integritetsskäl: "Registrera tid" (inga belopp synliga, t.ex. vid skärmdelning) och "Översikt" (med fakturabelopp)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573633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3816" y="5731764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Fungerar både som Electron-app och som webbapp/PWA i webbläsaren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7ED6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C:\Claudeprojekt\tidsrapportering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2026-07-18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335024"/>
            <a:ext cx="11055096" cy="584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 roller — enanvändarverktyg. Ingen inloggning i själva appen (Fortnox-inloggningen är en koppling till extern tjänst, inte en användarroll).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C47D8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C:\Claudeprojekt\tidsrapportering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2026-07-18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33959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" y="1335024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Skrivbord: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Electron 39 (main-process i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electron/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ESM; preload kompileras som CommonJS — kritisk byggregel i CLAUDE.md)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907540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" y="1902968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 18 + TypeScript 5, Tailwind CSS 3, Recharts (diagram)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237232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2232660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SQLite via better-sqlite3 v12 (tabeller: projects, time_entries, time_intervals, active_timer, settings)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280517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" y="2800604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jsPDF (PDF), PapaParse (CSV)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134868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" y="3130296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Bygge: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Vite 5 + electron-builder (NSIS-installer), vite-plugin-pwa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3464560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" y="3459988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Vitest, 104 tester i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__tests__/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-mappar;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verify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typecheck + lint + 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3794252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" y="3789680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 tjänst: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Fortnox REST API v3 (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api.fortnox.se/3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OAuth2 mot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apps.fortnox.se/oauth-v1/*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scope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 customer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redirect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1C7ED6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Servrar &amp; miljöer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C:\Claudeprojekt\tidsrapportering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2026-07-18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33959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" y="1335024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server och inget moln — allt är lokalt på datorn, fungerar offline.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669288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" y="1664716"/>
            <a:ext cx="108082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installerad Windows-app (NSIS-installer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release\Tidsrapportering Setup 1.0.0.exe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~101 MB). Data i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%APPDATA%\tidsrapportering\tidsrapportering.db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bevaras vid uppdatering och får enligt CLAUDE.md ALDRIG raderas.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475484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2470912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Utveckling: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Vite dev-server på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http://localhost:5173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(webbläge) eller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dev:electron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(skrivbordsläge). Portregistret (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portregister.md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har "? — komplettera" för projektet.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043428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" y="3038856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github.com/VisionInno/tidsrapportering (enligt README; git finns, kontrollerat på datorn).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940C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Inloggningar &amp; hemligheter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C:\Claudeprojekt\tidsrapportering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2026-07-18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335024"/>
            <a:ext cx="11055096" cy="767842"/>
          </a:xfrm>
          <a:prstGeom prst="roundRect">
            <a:avLst>
              <a:gd name="adj" fmla="val 7145"/>
            </a:avLst>
          </a:prstGeom>
          <a:solidFill>
            <a:srgbClr val="EEF2F6"/>
          </a:solidFill>
          <a:ln w="12700">
            <a:solidFill>
              <a:srgbClr val="E894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472184"/>
            <a:ext cx="128016" cy="493522"/>
          </a:xfrm>
          <a:prstGeom prst="roundRect">
            <a:avLst>
              <a:gd name="adj" fmla="val 21429"/>
            </a:avLst>
          </a:prstGeom>
          <a:solidFill>
            <a:srgbClr val="E8940C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" y="1353312"/>
            <a:ext cx="10488168" cy="731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 dokumentation.</a:t>
            </a:r>
            <a:pPr algn="l" indent="0" marL="0"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 här avsnittet innehåller lösenord och nycklar i klartext – dela inte filen och lägg den inte i molnet.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66928" y="2144014"/>
            <a:ext cx="11055096" cy="584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 hemligheter hittade i filerna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projektet har ingen 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och inga hårdkodade nycklar (verifierat med sökning i källkoden).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6928" y="2824988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2820416"/>
            <a:ext cx="10808208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Fortnox client-id och client-secret matas in av användaren i appens inställnings-UI (kugghjulet) och lagras i SQLite-tabellen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secret, access-token och refresh-token krypteras med Electrons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safeStorage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electron/fortnox/settings.ts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token.ts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Vilka värden som faktiskt lagts in framgår inte av filerna — de ligger i den lokala databasen.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86943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" y="3864864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Sessionsloggen nämner att riktiga Fortnox-nycklar ännu inte testats.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F9E44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 startar du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C:\Claudeprojekt\tidsrapportering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2026-07-18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335024"/>
            <a:ext cx="11055096" cy="584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Vardagsbruk (produktion):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starta den installerade appen "Tidsrapportering" (skrivbords-/startmenygenväg). Om den inte är installerad: kör 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release\Tidsrapportering Setup 1.0.0.exe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2011426"/>
            <a:ext cx="11055096" cy="831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Utveckling (PowerShell):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förutsätter Node.js/npm. OBS: enligt 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FORBATTRINGSFORSLAG-2026-07.md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flyttades 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 med när projektet flyttades till C:\Claudeprojekt — kör 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först.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934589"/>
            <a:ext cx="11055096" cy="1246886"/>
          </a:xfrm>
          <a:prstGeom prst="roundRect">
            <a:avLst>
              <a:gd name="adj" fmla="val 3667"/>
            </a:avLst>
          </a:prstGeom>
          <a:solidFill>
            <a:srgbClr val="13212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3044317"/>
            <a:ext cx="10689336" cy="1027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C:\Claudeprojekt\tidsrapportering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             # första gången / om node_modules saknas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              # webbläge → öppna http://localhost:5173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eller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dev:electron     # skrivbordsappen i dev-läge (startar Vite + Electron)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4309491"/>
            <a:ext cx="11055096" cy="3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Övriga kommandon: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4739132"/>
            <a:ext cx="11055096" cy="872490"/>
          </a:xfrm>
          <a:prstGeom prst="roundRect">
            <a:avLst>
              <a:gd name="adj" fmla="val 5240"/>
            </a:avLst>
          </a:prstGeom>
          <a:solidFill>
            <a:srgbClr val="13212F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4848860"/>
            <a:ext cx="10689336" cy="653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verify           # typecheck + lint + 104 tester (kör alltid före commit)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dist:win         # bygg ny Windows-installer → release\</a:t>
            </a:r>
            <a:endParaRPr lang="en-US" sz="11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CBD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electron:start   # starta senast byggda Electron-appen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5739638"/>
            <a:ext cx="11055096" cy="33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öppnar DevTools även i produktionsbygget (felsökning).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940C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steg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C:\Claudeprojekt\tidsrapportering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2026-07-18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339596"/>
            <a:ext cx="365760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0976" y="1335024"/>
            <a:ext cx="10671048" cy="778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Fortnox-flödet skarpt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logga in med riktiga API-nycklar, ange Fortnox-kundnummer på projekten (Synergy, Tenant merger m.fl.), testa förhandsvisning + skicka faktura (sessionsloggens uttryckliga nästa steg).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159508"/>
            <a:ext cx="365760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2154936"/>
            <a:ext cx="10671048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Uppdatera `INSTRUKTIONER.md`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den beskriver den gamla webbversionen ("all data sparas i din webbläsare", port 5173) och stämmer inte längre med Electron/SQLite-verkligheten.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741168"/>
            <a:ext cx="365760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0976" y="2736596"/>
            <a:ext cx="10671048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Städa `nul`-filen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(Windows-artefakt i projektroten; påpekad i både sessionsloggen och FORBATTRINGSFORSLAG-2026-07.md).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322828"/>
            <a:ext cx="365760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50976" y="3318256"/>
            <a:ext cx="10671048" cy="30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Byta appikon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(återkommande "eventuellt" i sessionsloggen — gamla appen hade en annan ikon).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666236"/>
            <a:ext cx="365760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0976" y="3661664"/>
            <a:ext cx="10671048" cy="30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Städa temporära npm-paket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från datamigreringen (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sql.js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classic-level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om de ligger kvar.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4009644"/>
            <a:ext cx="365760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50976" y="4005072"/>
            <a:ext cx="10671048" cy="54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Komplettera portregistret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 Electron/Vite-dev-porten (5173 — krockar f.ö. med transkriberings webbapp om båda dev-servrarna körs samtidigt).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0233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868E96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265176"/>
            <a:ext cx="7946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Övrigt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95944" y="365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6455664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tidsrapportering  ·  </a:t>
            </a:r>
            <a:pPr algn="l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C:\Claudeprojekt\tidsrapportering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878824" y="6455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· 2026-07-18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33959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" y="1335024"/>
            <a:ext cx="108082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Mycket bra utvecklardokumentation i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databasbevarande-varning, de två kritiska Electron-byggreglerna (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-ändelser i ESM-importer; preload som CommonJS — "grundorsaken till att appen aldrig fungerade i produktionsläge"), better-sqlite3-fällan med named parameters.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145792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" y="2141220"/>
            <a:ext cx="108082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docs/session-log.md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är detaljerad (sessioner 2026-03-03, 03-10, 03-13).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docs/Tidsrapportering konstigt fel.jpg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finns (skärmdump av ett fel; bildfil, ej läsbar i delmängden — oklart om felet är löst).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951988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" y="2947416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 finns; senaste loggade läget: allt pushat.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281680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" y="3277108"/>
            <a:ext cx="10808208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konfigurerar chrome-devtools-MCP;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add-feature.md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och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review.md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611372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" y="3606800"/>
            <a:ext cx="10808208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Byggartefakter ligger i repo-mappen: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dist-electron/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release/win-unpacked/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inkl. 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B72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Tidsrapportering.exe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och installern.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4179316"/>
            <a:ext cx="237744" cy="283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" y="4174744"/>
            <a:ext cx="108082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att känna till: fakturaunderlag bygger på kvartsavrundning uppåt per projekt/dag — logiken är testad (export-calculations.test.ts) men värd att förstå innan fakturor skickas skarpt via Fortnox.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Ejbe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tidsrapportering – dokumentation</dc:title>
  <dc:subject>PptxGenJS Presentation</dc:subject>
  <dc:creator>Cowork</dc:creator>
  <cp:lastModifiedBy>Cowork</cp:lastModifiedBy>
  <cp:revision>1</cp:revision>
  <dcterms:created xsi:type="dcterms:W3CDTF">2026-07-18T21:06:53Z</dcterms:created>
  <dcterms:modified xsi:type="dcterms:W3CDTF">2026-07-18T21:06:53Z</dcterms:modified>
</cp:coreProperties>
</file>